
<file path=[Content_Types].xml><?xml version="1.0" encoding="utf-8"?>
<Types xmlns="http://schemas.openxmlformats.org/package/2006/content-types">
  <Default ContentType="image/jpeg" Extension="jpe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no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saveSubsetFonts="1">
  <p:sldMasterIdLst>
    <p:sldMasterId id="2147483648" r:id="rId1"/>
  </p:sldMasterIdLst>
  <p:sldIdLst>
    <p:sldId id="256" r:id="rId6"/>
    <p:sldId id="257" r:id="rId7"/>
  </p:sldIdLst>
  <p:sldSz cx="9144000" cy="6858000" type="screen4x3"/>
  <p:notesSz cx="6858000" cy="9144000"/>
  <p:defaultTextStyle>
    <a:defPPr>
      <a:defRPr lang="en-US"/>
    </a:defPPr>
    <a:lvl1pPr algn="l" defTabSz="9144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9144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9144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9144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9144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9144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9144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9144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9144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no"?><Relationships xmlns="http://schemas.openxmlformats.org/package/2006/relationships"><Relationship Id="rId1" Target="slideMasters/slideMaster1.xml" Type="http://schemas.openxmlformats.org/officeDocument/2006/relationships/slideMaster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/Relationships>
</file>

<file path=ppt/slideLayouts/_rels/slideLayout1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preserve="1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idx="1" type="subTitle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algn="ctr" indent="0" marL="0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algn="ctr" indent="0" marL="457200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algn="ctr" indent="0" marL="914400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algn="ctr" indent="0" marL="1371600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algn="ctr" indent="0" marL="1828800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algn="ctr" indent="0" marL="2286000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algn="ctr" indent="0" marL="2743200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algn="ctr" indent="0" marL="3200400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algn="ctr" indent="0" marL="3657600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idx="10" sz="half" type="dt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idx="11" sz="quarter" type="ftr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idx="12" sz="quarter" type="sldNum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preserve="1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idx="10" sz="half" type="dt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idx="11" sz="quarter" type="ftr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idx="12" sz="quarter" type="sldNum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preserve="1" type="secHead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b="1" cap="all" sz="4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indent="0" marL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indent="0" marL="45720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indent="0" marL="91440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indent="0" marL="137160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indent="0" marL="182880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indent="0" marL="228600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indent="0" marL="274320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indent="0" marL="320040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indent="0" marL="365760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10" sz="half" type="dt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idx="11" sz="quarter" type="ftr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idx="12" sz="quarter" type="sldNum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preserve="1" type="twoObj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idx="10" sz="half" type="dt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idx="11" sz="quarter" type="ftr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idx="12" sz="quarter" type="sldNum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preserve="1" type="twoTxTwoObj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indent="0" marL="0">
              <a:buNone/>
              <a:defRPr b="1" sz="2400"/>
            </a:lvl1pPr>
            <a:lvl2pPr indent="0" marL="457200">
              <a:buNone/>
              <a:defRPr b="1" sz="2000"/>
            </a:lvl2pPr>
            <a:lvl3pPr indent="0" marL="914400">
              <a:buNone/>
              <a:defRPr b="1" sz="1800"/>
            </a:lvl3pPr>
            <a:lvl4pPr indent="0" marL="1371600">
              <a:buNone/>
              <a:defRPr b="1" sz="1600"/>
            </a:lvl4pPr>
            <a:lvl5pPr indent="0" marL="1828800">
              <a:buNone/>
              <a:defRPr b="1" sz="1600"/>
            </a:lvl5pPr>
            <a:lvl6pPr indent="0" marL="2286000">
              <a:buNone/>
              <a:defRPr b="1" sz="1600"/>
            </a:lvl6pPr>
            <a:lvl7pPr indent="0" marL="2743200">
              <a:buNone/>
              <a:defRPr b="1" sz="1600"/>
            </a:lvl7pPr>
            <a:lvl8pPr indent="0" marL="3200400">
              <a:buNone/>
              <a:defRPr b="1" sz="1600"/>
            </a:lvl8pPr>
            <a:lvl9pPr indent="0" marL="3657600">
              <a:buNone/>
              <a:defRPr b="1" sz="16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idx="3" sz="quarter" type="body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indent="0" marL="0">
              <a:buNone/>
              <a:defRPr b="1" sz="2400"/>
            </a:lvl1pPr>
            <a:lvl2pPr indent="0" marL="457200">
              <a:buNone/>
              <a:defRPr b="1" sz="2000"/>
            </a:lvl2pPr>
            <a:lvl3pPr indent="0" marL="914400">
              <a:buNone/>
              <a:defRPr b="1" sz="1800"/>
            </a:lvl3pPr>
            <a:lvl4pPr indent="0" marL="1371600">
              <a:buNone/>
              <a:defRPr b="1" sz="1600"/>
            </a:lvl4pPr>
            <a:lvl5pPr indent="0" marL="1828800">
              <a:buNone/>
              <a:defRPr b="1" sz="1600"/>
            </a:lvl5pPr>
            <a:lvl6pPr indent="0" marL="2286000">
              <a:buNone/>
              <a:defRPr b="1" sz="1600"/>
            </a:lvl6pPr>
            <a:lvl7pPr indent="0" marL="2743200">
              <a:buNone/>
              <a:defRPr b="1" sz="1600"/>
            </a:lvl7pPr>
            <a:lvl8pPr indent="0" marL="3200400">
              <a:buNone/>
              <a:defRPr b="1" sz="1600"/>
            </a:lvl8pPr>
            <a:lvl9pPr indent="0" marL="3657600">
              <a:buNone/>
              <a:defRPr b="1" sz="16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idx="4" sz="quarter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idx="10" sz="half" type="dt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idx="11" sz="quarter" type="ftr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idx="12" sz="quarter" type="sldNum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preserve="1" type="titleOnly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idx="10" sz="half" type="dt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idx="11" sz="quarter" type="ftr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idx="12" sz="quarter" type="sldNum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preserve="1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idx="10" sz="half" type="dt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idx="11" sz="quarter" type="ftr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idx="12" sz="quarter" type="sldNum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preserve="1" type="objTx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b="1" sz="2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idx="2" sz="half" type="body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indent="0" marL="0">
              <a:buNone/>
              <a:defRPr sz="1400"/>
            </a:lvl1pPr>
            <a:lvl2pPr indent="0" marL="457200">
              <a:buNone/>
              <a:defRPr sz="1200"/>
            </a:lvl2pPr>
            <a:lvl3pPr indent="0" marL="914400">
              <a:buNone/>
              <a:defRPr sz="1000"/>
            </a:lvl3pPr>
            <a:lvl4pPr indent="0" marL="1371600">
              <a:buNone/>
              <a:defRPr sz="900"/>
            </a:lvl4pPr>
            <a:lvl5pPr indent="0" marL="1828800">
              <a:buNone/>
              <a:defRPr sz="900"/>
            </a:lvl5pPr>
            <a:lvl6pPr indent="0" marL="2286000">
              <a:buNone/>
              <a:defRPr sz="900"/>
            </a:lvl6pPr>
            <a:lvl7pPr indent="0" marL="2743200">
              <a:buNone/>
              <a:defRPr sz="900"/>
            </a:lvl7pPr>
            <a:lvl8pPr indent="0" marL="3200400">
              <a:buNone/>
              <a:defRPr sz="900"/>
            </a:lvl8pPr>
            <a:lvl9pPr indent="0" marL="365760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idx="10" sz="half" type="dt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idx="11" sz="quarter" type="ftr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idx="12" sz="quarter" type="sldNum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preserve="1" type="picTx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b="1" sz="2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idx="1" type="pic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indent="0" marL="0">
              <a:buNone/>
              <a:defRPr sz="3200"/>
            </a:lvl1pPr>
            <a:lvl2pPr indent="0" marL="457200">
              <a:buNone/>
              <a:defRPr sz="2800"/>
            </a:lvl2pPr>
            <a:lvl3pPr indent="0" marL="914400">
              <a:buNone/>
              <a:defRPr sz="2400"/>
            </a:lvl3pPr>
            <a:lvl4pPr indent="0" marL="1371600">
              <a:buNone/>
              <a:defRPr sz="2000"/>
            </a:lvl4pPr>
            <a:lvl5pPr indent="0" marL="1828800">
              <a:buNone/>
              <a:defRPr sz="2000"/>
            </a:lvl5pPr>
            <a:lvl6pPr indent="0" marL="2286000">
              <a:buNone/>
              <a:defRPr sz="2000"/>
            </a:lvl6pPr>
            <a:lvl7pPr indent="0" marL="2743200">
              <a:buNone/>
              <a:defRPr sz="2000"/>
            </a:lvl7pPr>
            <a:lvl8pPr indent="0" marL="3200400">
              <a:buNone/>
              <a:defRPr sz="2000"/>
            </a:lvl8pPr>
            <a:lvl9pPr indent="0" marL="365760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idx="2" sz="half" type="body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indent="0" marL="0">
              <a:buNone/>
              <a:defRPr sz="1400"/>
            </a:lvl1pPr>
            <a:lvl2pPr indent="0" marL="457200">
              <a:buNone/>
              <a:defRPr sz="1200"/>
            </a:lvl2pPr>
            <a:lvl3pPr indent="0" marL="914400">
              <a:buNone/>
              <a:defRPr sz="1000"/>
            </a:lvl3pPr>
            <a:lvl4pPr indent="0" marL="1371600">
              <a:buNone/>
              <a:defRPr sz="900"/>
            </a:lvl4pPr>
            <a:lvl5pPr indent="0" marL="1828800">
              <a:buNone/>
              <a:defRPr sz="900"/>
            </a:lvl5pPr>
            <a:lvl6pPr indent="0" marL="2286000">
              <a:buNone/>
              <a:defRPr sz="900"/>
            </a:lvl6pPr>
            <a:lvl7pPr indent="0" marL="2743200">
              <a:buNone/>
              <a:defRPr sz="900"/>
            </a:lvl7pPr>
            <a:lvl8pPr indent="0" marL="3200400">
              <a:buNone/>
              <a:defRPr sz="900"/>
            </a:lvl8pPr>
            <a:lvl9pPr indent="0" marL="365760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idx="10" sz="half" type="dt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idx="11" sz="quarter" type="ftr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idx="12" sz="quarter" type="sldNum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preserve="1" type="vertTx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idx="1" orient="vert" type="body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idx="10" sz="half" type="dt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idx="11" sz="quarter" type="ftr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idx="12" sz="quarter" type="sldNum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preserve="1" type="vertTitleAndTx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orient="vert" type="title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idx="1" orient="vert" type="body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idx="10" sz="half" type="dt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idx="11" sz="quarter" type="ftr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idx="12" sz="quarter" type="sldNum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no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anchor="ctr" bIns="45720" lIns="91440" rIns="91440" rtlCol="0" tIns="45720" vert="horz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bIns="45720" lIns="91440" rIns="91440" rtlCol="0" tIns="45720" vert="horz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idx="2" sz="half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idx="3" sz="quarter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idx="4" sz="quarter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accent1="accent1" accent2="accent2" accent3="accent3" accent4="accent4" accent5="accent5" accent6="accent6" bg1="lt1" bg2="lt2" folHlink="folHlink" hlink="hlink" tx1="dk1" tx2="dk2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eaLnBrk="1" hangingPunct="1" latinLnBrk="0" rtl="0">
        <a:spcBef>
          <a:spcPct val="0"/>
        </a:spcBef>
        <a:buNone/>
        <a:defRPr kern="1200" sz="44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algn="l" defTabSz="914400" eaLnBrk="1" hangingPunct="1" indent="-342900" latinLnBrk="0" marL="342900" rtl="0">
        <a:spcBef>
          <a:spcPct val="20000"/>
        </a:spcBef>
        <a:buFont charset="0" pitchFamily="34" typeface="Arial"/>
        <a:buChar char="•"/>
        <a:defRPr kern="1200" sz="3200">
          <a:solidFill>
            <a:schemeClr val="tx1"/>
          </a:solidFill>
          <a:latin typeface="+mn-lt"/>
          <a:ea typeface="+mn-ea"/>
          <a:cs typeface="+mn-cs"/>
        </a:defRPr>
      </a:lvl1pPr>
      <a:lvl2pPr algn="l" defTabSz="914400" eaLnBrk="1" hangingPunct="1" indent="-285750" latinLnBrk="0" marL="742950" rtl="0">
        <a:spcBef>
          <a:spcPct val="20000"/>
        </a:spcBef>
        <a:buFont charset="0" pitchFamily="34" typeface="Arial"/>
        <a:buChar char="–"/>
        <a:defRPr kern="1200" sz="2800">
          <a:solidFill>
            <a:schemeClr val="tx1"/>
          </a:solidFill>
          <a:latin typeface="+mn-lt"/>
          <a:ea typeface="+mn-ea"/>
          <a:cs typeface="+mn-cs"/>
        </a:defRPr>
      </a:lvl2pPr>
      <a:lvl3pPr algn="l" defTabSz="914400" eaLnBrk="1" hangingPunct="1" indent="-228600" latinLnBrk="0" marL="1143000" rtl="0">
        <a:spcBef>
          <a:spcPct val="20000"/>
        </a:spcBef>
        <a:buFont charset="0" pitchFamily="34" typeface="Arial"/>
        <a:buChar char="•"/>
        <a:defRPr kern="1200" sz="2400">
          <a:solidFill>
            <a:schemeClr val="tx1"/>
          </a:solidFill>
          <a:latin typeface="+mn-lt"/>
          <a:ea typeface="+mn-ea"/>
          <a:cs typeface="+mn-cs"/>
        </a:defRPr>
      </a:lvl3pPr>
      <a:lvl4pPr algn="l" defTabSz="914400" eaLnBrk="1" hangingPunct="1" indent="-228600" latinLnBrk="0" marL="1600200" rtl="0">
        <a:spcBef>
          <a:spcPct val="20000"/>
        </a:spcBef>
        <a:buFont charset="0" pitchFamily="34" typeface="Arial"/>
        <a:buChar char="–"/>
        <a:defRPr kern="1200" sz="2000">
          <a:solidFill>
            <a:schemeClr val="tx1"/>
          </a:solidFill>
          <a:latin typeface="+mn-lt"/>
          <a:ea typeface="+mn-ea"/>
          <a:cs typeface="+mn-cs"/>
        </a:defRPr>
      </a:lvl4pPr>
      <a:lvl5pPr algn="l" defTabSz="914400" eaLnBrk="1" hangingPunct="1" indent="-228600" latinLnBrk="0" marL="2057400" rtl="0">
        <a:spcBef>
          <a:spcPct val="20000"/>
        </a:spcBef>
        <a:buFont charset="0" pitchFamily="34" typeface="Arial"/>
        <a:buChar char="»"/>
        <a:defRPr kern="1200" sz="2000">
          <a:solidFill>
            <a:schemeClr val="tx1"/>
          </a:solidFill>
          <a:latin typeface="+mn-lt"/>
          <a:ea typeface="+mn-ea"/>
          <a:cs typeface="+mn-cs"/>
        </a:defRPr>
      </a:lvl5pPr>
      <a:lvl6pPr algn="l" defTabSz="914400" eaLnBrk="1" hangingPunct="1" indent="-228600" latinLnBrk="0" marL="2514600" rtl="0">
        <a:spcBef>
          <a:spcPct val="20000"/>
        </a:spcBef>
        <a:buFont charset="0" pitchFamily="34" typeface="Arial"/>
        <a:buChar char="•"/>
        <a:defRPr kern="1200" sz="2000">
          <a:solidFill>
            <a:schemeClr val="tx1"/>
          </a:solidFill>
          <a:latin typeface="+mn-lt"/>
          <a:ea typeface="+mn-ea"/>
          <a:cs typeface="+mn-cs"/>
        </a:defRPr>
      </a:lvl6pPr>
      <a:lvl7pPr algn="l" defTabSz="914400" eaLnBrk="1" hangingPunct="1" indent="-228600" latinLnBrk="0" marL="2971800" rtl="0">
        <a:spcBef>
          <a:spcPct val="20000"/>
        </a:spcBef>
        <a:buFont charset="0" pitchFamily="34" typeface="Arial"/>
        <a:buChar char="•"/>
        <a:defRPr kern="1200" sz="2000">
          <a:solidFill>
            <a:schemeClr val="tx1"/>
          </a:solidFill>
          <a:latin typeface="+mn-lt"/>
          <a:ea typeface="+mn-ea"/>
          <a:cs typeface="+mn-cs"/>
        </a:defRPr>
      </a:lvl7pPr>
      <a:lvl8pPr algn="l" defTabSz="914400" eaLnBrk="1" hangingPunct="1" indent="-228600" latinLnBrk="0" marL="3429000" rtl="0">
        <a:spcBef>
          <a:spcPct val="20000"/>
        </a:spcBef>
        <a:buFont charset="0" pitchFamily="34" typeface="Arial"/>
        <a:buChar char="•"/>
        <a:defRPr kern="1200" sz="2000">
          <a:solidFill>
            <a:schemeClr val="tx1"/>
          </a:solidFill>
          <a:latin typeface="+mn-lt"/>
          <a:ea typeface="+mn-ea"/>
          <a:cs typeface="+mn-cs"/>
        </a:defRPr>
      </a:lvl8pPr>
      <a:lvl9pPr algn="l" defTabSz="914400" eaLnBrk="1" hangingPunct="1" indent="-228600" latinLnBrk="0" marL="3886200" rtl="0">
        <a:spcBef>
          <a:spcPct val="20000"/>
        </a:spcBef>
        <a:buFont charset="0" pitchFamily="34" typeface="Arial"/>
        <a:buChar char="•"/>
        <a:defRPr kern="1200" sz="20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algn="l" defTabSz="914400" eaLnBrk="1" hangingPunct="1" latinLnBrk="0" marL="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1pPr>
      <a:lvl2pPr algn="l" defTabSz="914400" eaLnBrk="1" hangingPunct="1" latinLnBrk="0" marL="4572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2pPr>
      <a:lvl3pPr algn="l" defTabSz="914400" eaLnBrk="1" hangingPunct="1" latinLnBrk="0" marL="9144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3pPr>
      <a:lvl4pPr algn="l" defTabSz="914400" eaLnBrk="1" hangingPunct="1" latinLnBrk="0" marL="13716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4pPr>
      <a:lvl5pPr algn="l" defTabSz="914400" eaLnBrk="1" hangingPunct="1" latinLnBrk="0" marL="18288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5pPr>
      <a:lvl6pPr algn="l" defTabSz="914400" eaLnBrk="1" hangingPunct="1" latinLnBrk="0" marL="22860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6pPr>
      <a:lvl7pPr algn="l" defTabSz="914400" eaLnBrk="1" hangingPunct="1" latinLnBrk="0" marL="27432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7pPr>
      <a:lvl8pPr algn="l" defTabSz="914400" eaLnBrk="1" hangingPunct="1" latinLnBrk="0" marL="32004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8pPr>
      <a:lvl9pPr algn="l" defTabSz="914400" eaLnBrk="1" hangingPunct="1" latinLnBrk="0" marL="36576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no"?><Relationships xmlns="http://schemas.openxmlformats.org/package/2006/relationships"><Relationship Id="rId1" Target="../slideLayouts/slideLayout6.xml" Type="http://schemas.openxmlformats.org/officeDocument/2006/relationships/slideLayout"/></Relationships>
</file>

<file path=ppt/slides/_rels/slide2.xml.rels><?xml version="1.0" encoding="UTF-8" standalone="no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slide1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xmlns:r="http://schemas.openxmlformats.org/officeDocument/2006/relationships"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OpenFlexo PowerPoint TA</a:t>
            </a:r>
            <a:endParaRPr lang="en-US" smtClean="0"/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1" id="2"/>
          <p:cNvSpPr txBox="true"/>
          <p:nvPr/>
        </p:nvSpPr>
        <p:spPr>
          <a:xfrm>
            <a:off x="635000" y="635000"/>
            <a:ext cx="3810000" cy="635000"/>
          </a:xfrm>
          <a:prstGeom prst="rect">
            <a:avLst/>
          </a:prstGeom>
        </p:spPr>
        <p:txBody>
          <a:bodyPr anchor="t" rtlCol="false"/>
          <a:lstStyle/>
          <a:p>
            <a:pPr algn="l"/>
            <a:r>
              <a:rPr lang="en-US"/>
              <a:t>Alpha</a:t>
            </a:r>
            <a:endParaRPr lang="en-US" sz="1100"/>
          </a:p>
        </p:txBody>
      </p:sp>
      <p:sp>
        <p:nvSpPr>
          <p:cNvPr name="TextBox 2" id="3"/>
          <p:cNvSpPr txBox="true"/>
          <p:nvPr/>
        </p:nvSpPr>
        <p:spPr>
          <a:xfrm>
            <a:off x="635000" y="1905000"/>
            <a:ext cx="3810000" cy="635000"/>
          </a:xfrm>
          <a:prstGeom prst="rect">
            <a:avLst/>
          </a:prstGeom>
        </p:spPr>
        <p:txBody>
          <a:bodyPr anchor="t" rtlCol="false"/>
          <a:lstStyle/>
          <a:p>
            <a:pPr algn="l"/>
            <a:r>
              <a:rPr lang="en-US"/>
              <a:t>Beta</a:t>
            </a:r>
            <a:endParaRPr lang="en-US" sz="11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lastClr="000000" val="windowText"/>
      </a:dk1>
      <a:lt1>
        <a:sysClr lastClr="FFFFFF" val="window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algn="ctr" cap="flat" cmpd="sng" w="9525">
          <a:solidFill>
            <a:schemeClr val="phClr">
              <a:shade val="95000"/>
              <a:satMod val="105000"/>
            </a:schemeClr>
          </a:solidFill>
          <a:prstDash val="solid"/>
        </a:ln>
        <a:ln algn="ctr" cap="flat" cmpd="sng" w="25400">
          <a:solidFill>
            <a:schemeClr val="phClr"/>
          </a:solidFill>
          <a:prstDash val="solid"/>
        </a:ln>
        <a:ln algn="ctr" cap="flat" cmpd="sng"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r="5400000" dist="2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r="5400000" dist="23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r="5400000" dist="23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dir="t" rig="threePt">
              <a:rot lat="0" lon="0" rev="1200000"/>
            </a:lightRig>
          </a:scene3d>
          <a:sp3d>
            <a:bevelT h="25400" w="635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b="180000" l="50000" r="50000" t="-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b="50000" l="50000" r="50000" t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baseType="variant" size="4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baseType="lpstr" size="1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terms:modified xsi:type="dcterms:W3CDTF">2011-08-01T06:04:30Z</dcterms:modified>
  <cp:revision>1</cp:revision>
</cp:coreProperties>
</file>